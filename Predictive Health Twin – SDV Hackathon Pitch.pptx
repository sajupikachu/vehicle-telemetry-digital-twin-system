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Lst>
  <p:notesMasterIdLst>
    <p:notesMasterId r:id="rId11"/>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notesMaster" Target="notesMasters/notesMaster1.xml"/><Relationship Id="rId12" Type="http://schemas.openxmlformats.org/officeDocument/2006/relationships/presProps" Target="presProps.xml"/><Relationship Id="rId13" Type="http://schemas.openxmlformats.org/officeDocument/2006/relationships/viewProps" Target="viewProps.xml"/><Relationship Id="rId14" Type="http://schemas.openxmlformats.org/officeDocument/2006/relationships/theme" Target="theme/theme1.xml"/><Relationship Id="rId1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by saying we are proposing Challenge 1 and why it is the safest, strongest pick.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Compare against the other four challenges briefly.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Narrow scope on purpose: a small thing that works beats a broad thing that half works.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left to right, then point at the OTA loop closing back to the vehicle.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Orange boxes mark the OTA path back to the vehicle.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right side is a mockup of the planned Streamlit dashboard. Values are placeholders.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Plus architecture diagram, pitch deck and a 3-minute demo.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Stage 7, nightly retraining, is optional if time allows.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End by asking for the team decision.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e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jpe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jpe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jpe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jpe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jpe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jpe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jpe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jpe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Slide 1" descr="SDV HACKATHON @ NE-PS | TOPIC PROPOSAL Predictive Health Twin Vehicle Digital Twin &amp; Predictive Diagnostics for the EV battery and drive thermal system Tell the driver weeks ahead. Fix it over the air. Challenge #1 | Built end to end with AI support, no manual coding">    </p:cNvPr>
          <p:cNvPicPr>
            <a:picLocks noChangeAspect="1"/>
          </p:cNvPicPr>
          <p:nvPr/>
        </p:nvPicPr>
        <p:blipFill>
          <a:blip r:embed="rId1"/>
          <a:stretch>
            <a:fillRect/>
          </a:stretch>
        </p:blipFill>
        <p:spPr>
          <a:xfrm>
            <a:off x="0" y="0"/>
            <a:ext cx="12192000" cy="685800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pic>
        <p:nvPicPr>
          <p:cNvPr id="2" name="Slide 2" descr="Why we should pick this topic Data we can fully control Simulated telemetry with injected faults is acceptable and convincing. Thermal or charging topics need harder physics. Clear customer value Fewer breakdowns, lower service cost, early warning instead of a warning light. Judges grasp it instantly. AI builds it well Data generators, anomaly models, APIs and dashboards are tasks AI coding tools do reliably. Runner-up: #5 Powertrain Copilot. Crowded choice, so harder to stand out. Why this topic">    </p:cNvPr>
          <p:cNvPicPr>
            <a:picLocks noChangeAspect="1"/>
          </p:cNvPicPr>
          <p:nvPr/>
        </p:nvPicPr>
        <p:blipFill>
          <a:blip r:embed="rId1"/>
          <a:stretch>
            <a:fillRect/>
          </a:stretch>
        </p:blipFill>
        <p:spPr>
          <a:xfrm>
            <a:off x="0" y="0"/>
            <a:ext cx="12192000" cy="685800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pic>
        <p:nvPicPr>
          <p:cNvPr id="2" name="Slide 3" descr="The concept: one subsystem, done end to end A virtual sensor estimates hidden cell temperature, compares it with what the vehicle reports, and turns the gap into a health score and a days-to-service estimate. ECU function Thermal estimation (virtual sensor) plus health diagnostics. SDV enablers combined Cloud connectivity, fleet data, OTA update, continuous learning, personalization per vehicle. The rule asks for the ECU plus at least two enablers. We show five. Concept">    </p:cNvPr>
          <p:cNvPicPr>
            <a:picLocks noChangeAspect="1"/>
          </p:cNvPicPr>
          <p:nvPr/>
        </p:nvPicPr>
        <p:blipFill>
          <a:blip r:embed="rId1"/>
          <a:stretch>
            <a:fillRect/>
          </a:stretch>
        </p:blipFill>
        <p:spPr>
          <a:xfrm>
            <a:off x="0" y="0"/>
            <a:ext cx="12192000" cy="685800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pic>
        <p:nvPicPr>
          <p:cNvPr id="2" name="Slide 4" descr="Architecture: vehicle to cloud and back Vehicle ECU Telemetry Cloud twin Diagnostics Dashboard OTA to ECU Python simulator posts data to a FastAPI backend with SQLite. The twin and diagnostics run in the cloud. A Streamlit dashboard shows results and triggers a simulated OTA fix back to the vehicle. Architecture">    </p:cNvPr>
          <p:cNvPicPr>
            <a:picLocks noChangeAspect="1"/>
          </p:cNvPicPr>
          <p:nvPr/>
        </p:nvPicPr>
        <p:blipFill>
          <a:blip r:embed="rId1"/>
          <a:stretch>
            <a:fillRect/>
          </a:stretch>
        </p:blipFill>
        <p:spPr>
          <a:xfrm>
            <a:off x="0" y="0"/>
            <a:ext cx="12192000" cy="685800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pic>
        <p:nvPicPr>
          <p:cNvPr id="2" name="Slide 5" descr="Detailed architecture VEHICLE (simulated) Sensors: SoC, current, coolant, motor, ambient, speed Thermal ECU with pump control OTA client applies new parameters → CLOUD BACKEND FastAPI: POST /telemetry, GET /fleet SQLite telemetry store Digital twin: RC thermal model + ML residual Diagnostics: anomaly, health score, days to service → FLEET LEARNING Compare vehicles, retrain model nightly Personalized baseline per vehicle → USER INTERFACE Streamlit dashboard Plain-language alerts OTA button: POST /ota/{id} Loop: sense, upload, estimate, diagnose, alert, push OTA fix, confirm recovery. Detailed architecture">    </p:cNvPr>
          <p:cNvPicPr>
            <a:picLocks noChangeAspect="1"/>
          </p:cNvPicPr>
          <p:nvPr/>
        </p:nvPicPr>
        <p:blipFill>
          <a:blip r:embed="rId1"/>
          <a:stretch>
            <a:fillRect/>
          </a:stretch>
        </p:blipFill>
        <p:spPr>
          <a:xfrm>
            <a:off x="0" y="0"/>
            <a:ext cx="12192000" cy="685800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pic>
        <p:nvPicPr>
          <p:cNvPr id="2" name="Slide 6" descr="Input and sample output dashboard INPUT: telemetry per vehicle State of charge Pack current Coolant temperature Motor temperature Ambient temperature Vehicle speed Hidden: cell temperature, estimated by the twin Predictive Health Twin | Fleet overview Vehicles At risk Days to service Vehicle Health Status EV-07 54 ● Risk EV-12 61 ● Risk EV-03 68 ● Risk EV-01 94 ● OK EV-15 97 ● OK Illustrative mockup, not real data">    </p:cNvPr>
          <p:cNvPicPr>
            <a:picLocks noChangeAspect="1"/>
          </p:cNvPicPr>
          <p:nvPr/>
        </p:nvPicPr>
        <p:blipFill>
          <a:blip r:embed="rId1"/>
          <a:stretch>
            <a:fillRect/>
          </a:stretch>
        </p:blipFill>
        <p:spPr>
          <a:xfrm>
            <a:off x="0" y="0"/>
            <a:ext cx="12192000" cy="685800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pic>
        <p:nvPicPr>
          <p:cNvPr id="2" name="Slide 7" descr="What we deliver Fleet simulator 20 vehicles, 3 with a degrading coolant pump. Digital twin Physics model plus ML correction estimating cell temperature. Diagnostics Anomaly alerts, 0-100 health score, days to service. Cloud backend API that ingests telemetry and serves fleet status. Live dashboard Fleet view, twin vs. measured chart, plain-language alerts. OTA demo One click pushes a fix and health visibly recovers. Deliverables">    </p:cNvPr>
          <p:cNvPicPr>
            <a:picLocks noChangeAspect="1"/>
          </p:cNvPicPr>
          <p:nvPr/>
        </p:nvPicPr>
        <p:blipFill>
          <a:blip r:embed="rId1"/>
          <a:stretch>
            <a:fillRect/>
          </a:stretch>
        </p:blipFill>
        <p:spPr>
          <a:xfrm>
            <a:off x="0" y="0"/>
            <a:ext cx="12192000" cy="685800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pic>
        <p:nvPicPr>
          <p:cNvPr id="2" name="Slide 8" descr="How we build it with AI and no manual coding Stage Built by AI Done when 1 Simulator Fleet telemetry with faults Drift is visible 2 Twin Thermal model plus ML Estimate tracks truth 3 Diagnostics Alerts, score, forecast Faults flagged early 4-5 Cloud and UI API and dashboard Clickable and live 6 OTA Simulated fix Before/after shown Tools: Claude Code, Python, FastAPI, Streamlit. One prompt per stage, tests before moving on. Build plan">    </p:cNvPr>
          <p:cNvPicPr>
            <a:picLocks noChangeAspect="1"/>
          </p:cNvPicPr>
          <p:nvPr/>
        </p:nvPicPr>
        <p:blipFill>
          <a:blip r:embed="rId1"/>
          <a:stretch>
            <a:fillRect/>
          </a:stretch>
        </p:blipFill>
        <p:spPr>
          <a:xfrm>
            <a:off x="0" y="0"/>
            <a:ext cx="12192000" cy="685800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pic>
        <p:nvPicPr>
          <p:cNvPr id="2" name="Slide 9" descr="The 3-minute demo, and the ask Problem: the warning light comes too late Fleet view: 3 of 20 vehicles turn amber or red Twin view: &quot;pump efficiency down, service in ~21 days&quot; OTA click: health score recovers on screen Let us lock Challenge 1 today and start Stage 1 tomorrow. Data is simulated; we will say so and show how real logs validate it. Next step: agree topic, assign roles">    </p:cNvPr>
          <p:cNvPicPr>
            <a:picLocks noChangeAspect="1"/>
          </p:cNvPicPr>
          <p:nvPr/>
        </p:nvPicPr>
        <p:blipFill>
          <a:blip r:embed="rId1"/>
          <a:stretch>
            <a:fillRect/>
          </a:stretch>
        </p:blipFill>
        <p:spPr>
          <a:xfrm>
            <a:off x="0" y="0"/>
            <a:ext cx="12192000" cy="685800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9</Slides>
  <Notes>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9</vt:i4>
      </vt:variant>
    </vt:vector>
  </HeadingPairs>
  <TitlesOfParts>
    <vt:vector size="1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Predictive Health Twin – SDV Hackathon Pitch</dc:title>
  <dc:subject/>
  <dc:creator/>
  <cp:lastModifiedBy/>
  <cp:revision>1</cp:revision>
  <dcterms:created xsi:type="dcterms:W3CDTF">2026-10-22T04:39:01Z</dcterms:created>
  <dcterms:modified xsi:type="dcterms:W3CDTF">2026-10-22T04:39:01Z</dcterms:modified>
</cp:coreProperties>
</file>